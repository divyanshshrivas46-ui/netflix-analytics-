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74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8383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2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0344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20485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365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94860" y="1713655"/>
            <a:ext cx="336042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16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198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84955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3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1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20140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86806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4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spc="-7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Analyst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Netflix Dataset Analysis</a:t>
            </a:r>
          </a:p>
          <a:p>
            <a:r>
              <a:t>Tools Used: Python | SQL | Power BI |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- Analyze Netflix dataset to extract insights.</a:t>
            </a:r>
          </a:p>
          <a:p>
            <a:r>
              <a:t>- Perform data cleaning, transformation, and visualization.</a:t>
            </a:r>
          </a:p>
          <a:p>
            <a:endParaRPr/>
          </a:p>
          <a:p>
            <a:r>
              <a:t>Dataset:</a:t>
            </a:r>
          </a:p>
          <a:p>
            <a:r>
              <a:t>- Netflix Movies and TV Shows dataset</a:t>
            </a:r>
          </a:p>
          <a:p>
            <a:r>
              <a:t>- Attributes include Title, Type, Genre, Country, Rating, Release Year, Duration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Python (Pandas, Matplotlib)</a:t>
            </a:r>
          </a:p>
          <a:p>
            <a:r>
              <a:t>2. MySQL (Data Storage &amp; Queries)</a:t>
            </a:r>
          </a:p>
          <a:p>
            <a:r>
              <a:t>3. Power BI (Dashboard &amp; Visualization)</a:t>
            </a:r>
          </a:p>
          <a:p>
            <a:r>
              <a:t>4. Microsoft Excel (Initial Cleaning &amp; Pivot Tables)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using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- Imported dataset using Pandas</a:t>
            </a:r>
          </a:p>
          <a:p>
            <a:r>
              <a:t>- Handled missing values</a:t>
            </a:r>
          </a:p>
          <a:p>
            <a:r>
              <a:t>- Converted date columns</a:t>
            </a:r>
          </a:p>
          <a:p>
            <a:r>
              <a:t>- Removed duplicates</a:t>
            </a:r>
          </a:p>
          <a:p>
            <a:r>
              <a:t>- Standardized column names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Queries:</a:t>
            </a:r>
          </a:p>
          <a:p>
            <a:r>
              <a:t>- Count of Movies vs TV Shows</a:t>
            </a:r>
          </a:p>
          <a:p>
            <a:r>
              <a:t>- Content added per year</a:t>
            </a:r>
          </a:p>
          <a:p>
            <a:r>
              <a:t>- Top countries producing content</a:t>
            </a:r>
          </a:p>
          <a:p>
            <a:r>
              <a:t>- Most common ratings</a:t>
            </a:r>
          </a:p>
          <a:p>
            <a:r>
              <a:t>- Genre distribution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Tasks Performed:</a:t>
            </a:r>
          </a:p>
          <a:p>
            <a:r>
              <a:t>- Data filtering and sorting</a:t>
            </a:r>
          </a:p>
          <a:p>
            <a:r>
              <a:t>- Pivot Tables for content type analysis</a:t>
            </a:r>
          </a:p>
          <a:p>
            <a:r>
              <a:t>- Charts for yearly trends</a:t>
            </a:r>
          </a:p>
          <a:p>
            <a:r>
              <a:t>- Conditional formatting for ratings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Interactive Dashboard:</a:t>
            </a:r>
          </a:p>
          <a:p>
            <a:r>
              <a:t>- KPI Cards (Total Movies, TV Shows)</a:t>
            </a:r>
          </a:p>
          <a:p>
            <a:r>
              <a:t>- Bar Chart (Top Genres)</a:t>
            </a:r>
          </a:p>
          <a:p>
            <a:r>
              <a:t>- Line Chart (Content Growth Over Years)</a:t>
            </a:r>
          </a:p>
          <a:p>
            <a:r>
              <a:t>- Pie Chart (Ratings Distribution)</a:t>
            </a:r>
          </a:p>
          <a:p>
            <a:r>
              <a:t>- Country-wise Content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Movies dominate over TV Shows.</a:t>
            </a:r>
          </a:p>
          <a:p>
            <a:r>
              <a:t>- Significant growth after 2015.</a:t>
            </a:r>
          </a:p>
          <a:p>
            <a:r>
              <a:t>- USA produces highest content.</a:t>
            </a:r>
          </a:p>
          <a:p>
            <a:r>
              <a:t>- TV-MA is most common rating.</a:t>
            </a:r>
          </a:p>
          <a:p>
            <a:r>
              <a:t>- Drama &amp; International Movies are popular genres.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Invest more in high-performing genres.</a:t>
            </a:r>
          </a:p>
          <a:p>
            <a:r>
              <a:t>- Expand production in emerging countries.</a:t>
            </a:r>
          </a:p>
          <a:p>
            <a:r>
              <a:t>- Focus on popular ratings for target audience.</a:t>
            </a:r>
          </a:p>
          <a:p>
            <a:r>
              <a:t>- Increase regional content strategy.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end-to-end data analysis:</a:t>
            </a:r>
          </a:p>
          <a:p>
            <a:r>
              <a:t>- Data Cleaning (Python &amp; Excel)</a:t>
            </a:r>
          </a:p>
          <a:p>
            <a:r>
              <a:t>- Querying (SQL)</a:t>
            </a:r>
          </a:p>
          <a:p>
            <a:r>
              <a:t>- Visualization (Power BI)</a:t>
            </a:r>
          </a:p>
          <a:p>
            <a:endParaRPr/>
          </a:p>
          <a:p>
            <a:r>
              <a:t>Provides actionable insights for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6</TotalTime>
  <Words>336</Words>
  <Application>Microsoft Office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Schoolbook</vt:lpstr>
      <vt:lpstr>Wingdings 2</vt:lpstr>
      <vt:lpstr>View</vt:lpstr>
      <vt:lpstr>Data Analyst Project</vt:lpstr>
      <vt:lpstr>Project Overview</vt:lpstr>
      <vt:lpstr>Tools &amp; Technologies Used</vt:lpstr>
      <vt:lpstr>Data Cleaning using Python</vt:lpstr>
      <vt:lpstr>SQL Data Analysis</vt:lpstr>
      <vt:lpstr>Excel Analysis</vt:lpstr>
      <vt:lpstr>Power BI Dashboard</vt:lpstr>
      <vt:lpstr>Key Insights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Divyansh</dc:creator>
  <cp:keywords/>
  <dc:description>generated using python-pptx</dc:description>
  <cp:lastModifiedBy>Divyansh Shrivas</cp:lastModifiedBy>
  <cp:revision>2</cp:revision>
  <dcterms:created xsi:type="dcterms:W3CDTF">2013-01-27T09:14:16Z</dcterms:created>
  <dcterms:modified xsi:type="dcterms:W3CDTF">2026-02-11T19:26:50Z</dcterms:modified>
  <cp:category/>
</cp:coreProperties>
</file>